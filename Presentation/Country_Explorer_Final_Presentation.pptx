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25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114800"/>
            <a:ext cx="2286000" cy="2286000"/>
          </a:xfrm>
          <a:prstGeom prst="ellipse">
            <a:avLst/>
          </a:prstGeom>
          <a:solidFill>
            <a:srgbClr val="FFB300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TAMK · MOBILE APPLICATIONS ·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 Final Presentation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Explorer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Flutter mobile application for exploring countries around the world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914400" cy="457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657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Zaw  ·  Oliver Chandler  ·  May Khine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96328" y="429768"/>
            <a:ext cx="1792224" cy="391180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0" descr="/home/claude/ppt_build/screens/home_ligh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457200"/>
            <a:ext cx="1737360" cy="38569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 building Country Explorer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5176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2651760" cy="10972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965960"/>
            <a:ext cx="731520" cy="731520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Zaw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65176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645920"/>
            <a:ext cx="2651760" cy="10972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965960"/>
            <a:ext cx="731520" cy="731520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Chandler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645920"/>
            <a:ext cx="2651760" cy="18288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45920"/>
            <a:ext cx="2651760" cy="10972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1965960"/>
            <a:ext cx="731520" cy="731520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1792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Khine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73152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2519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Explorer is a Flutter-based mobile application that lets users browse 250+ countries, search by name, view detailed information including flags, capitals, populations, languages, and currencies.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Country Explorer does and the stack behind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141732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4173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search, and view detailed info on 250+ countries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3977640" cy="141732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554480"/>
            <a:ext cx="73152" cy="141732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737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057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Countries API — free, public, no auth required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977640" cy="141732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73152" cy="14173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918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(also runs on iOS — Flutter cross-platform)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3977640" cy="141732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108960"/>
            <a:ext cx="73152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2918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Riverpod · go_router · shared_preferences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technical requirements implemented — plus bonus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menu navigation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6420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5544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list with custom tiles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with input validation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39572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screen with full country info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theme toggle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12724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3017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persisted with shared_preferences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85876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749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error &amp; empty states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85876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858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3749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button on network failure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59028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90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4480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scroll pagination  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4590288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590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2080" y="44805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(7 folders)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with strict separation of concerns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3291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models/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Country class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services/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API + 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providers/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Riverpod state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screens/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4 screens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widgets/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Reusable UI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utils/ 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Validators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router/     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go_router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test files    </a:t>
            </a: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flutter test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691640"/>
            <a:ext cx="73152" cy="8229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691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+ service classes — fetch and parse 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697480"/>
            <a:ext cx="73152" cy="82296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providers — state management, no UI dependencies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703320"/>
            <a:ext cx="73152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4023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and widgets — never touch HTTP directly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Screens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mode, dark mode, detail screen, search validation, and about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5508" y="1527048"/>
            <a:ext cx="1472184" cy="320131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_build/screens/home_ligh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2940" y="1554480"/>
            <a:ext cx="1417320" cy="3146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1500" y="477408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(Light)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35708" y="1527048"/>
            <a:ext cx="1472184" cy="320131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ppt_build/screens/home_dar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63140" y="1554480"/>
            <a:ext cx="1417320" cy="3146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71700" y="477408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(Dark)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835908" y="1527048"/>
            <a:ext cx="1472184" cy="320131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ppt_build/screens/albani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63340" y="1554480"/>
            <a:ext cx="1417320" cy="3146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71900" y="477408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Screen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436108" y="1527048"/>
            <a:ext cx="1472184" cy="320131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3" descr="/home/claude/ppt_build/screens/validation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63540" y="1554480"/>
            <a:ext cx="1417320" cy="3146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72100" y="477408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7036308" y="1527048"/>
            <a:ext cx="1472184" cy="320131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4" descr="/home/claude/ppt_build/screens/about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63740" y="1554480"/>
            <a:ext cx="1417320" cy="3146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72300" y="477408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200400"/>
            <a:ext cx="3657600" cy="3657600"/>
          </a:xfrm>
          <a:prstGeom prst="ellipse">
            <a:avLst/>
          </a:prstGeom>
          <a:solidFill>
            <a:srgbClr val="5C6BC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914400"/>
            <a:ext cx="2743200" cy="2743200"/>
          </a:xfrm>
          <a:prstGeom prst="ellipse">
            <a:avLst/>
          </a:prstGeom>
          <a:solidFill>
            <a:srgbClr val="FFB3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37160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Explorer in action — running on Android emulator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Highlights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files that showcase the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7772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country.dart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6459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data class with safe fromJson factory using null-coalescing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046720" cy="77724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23160"/>
            <a:ext cx="73152" cy="77724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14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6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validators.dart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514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validation function outside the widget — testable in isolation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77724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91840"/>
            <a:ext cx="73152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country_provider.dart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3832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composed Riverpod providers: service &gt; list &gt; search &gt; filtered &gt; paginated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8046720" cy="77724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home_screen.dart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42519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AsyncValue.when() handles loading/error/data + scroll listener for pagination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passing on flutter test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743200" cy="31089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520440"/>
            <a:ext cx="109728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test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5074920" cy="6858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71907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60520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1901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fromJson/toJson roundtrip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331720"/>
            <a:ext cx="5074920" cy="6858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49631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605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2679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of search validator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0440" y="3108960"/>
            <a:ext cx="5074920" cy="6858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327355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60520" y="3200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60520" y="34564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fetch with MockClient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3886200"/>
            <a:ext cx="5074920" cy="685800"/>
          </a:xfrm>
          <a:prstGeom prst="rect">
            <a:avLst/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405079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6052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60520" y="4233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CountryTile renders and handles tap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5C6BC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FB3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0" y="3474720"/>
            <a:ext cx="9144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Zaw  ·  Oliver Chandler  ·  May Khine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TAMK · Mobile Applications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500</Words>
  <Application>Microsoft Office PowerPoint</Application>
  <PresentationFormat>On-screen Show (16:9)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Dev Final Presentation - Country Explorer</dc:title>
  <dc:subject>PptxGenJS Presentation</dc:subject>
  <dc:creator>Min Zaw, Oliver Chandler, May Khine</dc:creator>
  <cp:lastModifiedBy>Min Zaw</cp:lastModifiedBy>
  <cp:revision>2</cp:revision>
  <dcterms:created xsi:type="dcterms:W3CDTF">2026-05-29T11:40:18Z</dcterms:created>
  <dcterms:modified xsi:type="dcterms:W3CDTF">2026-05-29T11:43:26Z</dcterms:modified>
</cp:coreProperties>
</file>